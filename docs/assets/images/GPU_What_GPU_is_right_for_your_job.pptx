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9539288" cy="14039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/>
    <p:restoredTop sz="94614"/>
  </p:normalViewPr>
  <p:slideViewPr>
    <p:cSldViewPr snapToGrid="0">
      <p:cViewPr>
        <p:scale>
          <a:sx n="81" d="100"/>
          <a:sy n="81" d="100"/>
        </p:scale>
        <p:origin x="2560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5447" y="2297726"/>
            <a:ext cx="8108395" cy="4887948"/>
          </a:xfrm>
        </p:spPr>
        <p:txBody>
          <a:bodyPr anchor="b"/>
          <a:lstStyle>
            <a:lvl1pPr algn="ctr">
              <a:defRPr sz="625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2411" y="7374172"/>
            <a:ext cx="7154466" cy="3389713"/>
          </a:xfrm>
        </p:spPr>
        <p:txBody>
          <a:bodyPr/>
          <a:lstStyle>
            <a:lvl1pPr marL="0" indent="0" algn="ctr">
              <a:buNone/>
              <a:defRPr sz="2504"/>
            </a:lvl1pPr>
            <a:lvl2pPr marL="476951" indent="0" algn="ctr">
              <a:buNone/>
              <a:defRPr sz="2086"/>
            </a:lvl2pPr>
            <a:lvl3pPr marL="953902" indent="0" algn="ctr">
              <a:buNone/>
              <a:defRPr sz="1878"/>
            </a:lvl3pPr>
            <a:lvl4pPr marL="1430853" indent="0" algn="ctr">
              <a:buNone/>
              <a:defRPr sz="1669"/>
            </a:lvl4pPr>
            <a:lvl5pPr marL="1907804" indent="0" algn="ctr">
              <a:buNone/>
              <a:defRPr sz="1669"/>
            </a:lvl5pPr>
            <a:lvl6pPr marL="2384755" indent="0" algn="ctr">
              <a:buNone/>
              <a:defRPr sz="1669"/>
            </a:lvl6pPr>
            <a:lvl7pPr marL="2861706" indent="0" algn="ctr">
              <a:buNone/>
              <a:defRPr sz="1669"/>
            </a:lvl7pPr>
            <a:lvl8pPr marL="3338657" indent="0" algn="ctr">
              <a:buNone/>
              <a:defRPr sz="1669"/>
            </a:lvl8pPr>
            <a:lvl9pPr marL="3815608" indent="0" algn="ctr">
              <a:buNone/>
              <a:defRPr sz="1669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8BDC-CA1F-624E-AE4C-DC4ED6BCAE17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5B74-3754-F74D-AEB7-0E07906FF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659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8BDC-CA1F-624E-AE4C-DC4ED6BCAE17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5B74-3754-F74D-AEB7-0E07906FF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415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58" y="3500216"/>
            <a:ext cx="8227636" cy="5840187"/>
          </a:xfrm>
        </p:spPr>
        <p:txBody>
          <a:bodyPr anchor="b"/>
          <a:lstStyle>
            <a:lvl1pPr>
              <a:defRPr sz="625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58" y="9395654"/>
            <a:ext cx="8227636" cy="3071216"/>
          </a:xfrm>
        </p:spPr>
        <p:txBody>
          <a:bodyPr/>
          <a:lstStyle>
            <a:lvl1pPr marL="0" indent="0">
              <a:buNone/>
              <a:defRPr sz="2504">
                <a:solidFill>
                  <a:schemeClr val="tx1">
                    <a:tint val="82000"/>
                  </a:schemeClr>
                </a:solidFill>
              </a:defRPr>
            </a:lvl1pPr>
            <a:lvl2pPr marL="476951" indent="0">
              <a:buNone/>
              <a:defRPr sz="2086">
                <a:solidFill>
                  <a:schemeClr val="tx1">
                    <a:tint val="82000"/>
                  </a:schemeClr>
                </a:solidFill>
              </a:defRPr>
            </a:lvl2pPr>
            <a:lvl3pPr marL="953902" indent="0">
              <a:buNone/>
              <a:defRPr sz="1878">
                <a:solidFill>
                  <a:schemeClr val="tx1">
                    <a:tint val="82000"/>
                  </a:schemeClr>
                </a:solidFill>
              </a:defRPr>
            </a:lvl3pPr>
            <a:lvl4pPr marL="1430853" indent="0">
              <a:buNone/>
              <a:defRPr sz="1669">
                <a:solidFill>
                  <a:schemeClr val="tx1">
                    <a:tint val="82000"/>
                  </a:schemeClr>
                </a:solidFill>
              </a:defRPr>
            </a:lvl4pPr>
            <a:lvl5pPr marL="1907804" indent="0">
              <a:buNone/>
              <a:defRPr sz="1669">
                <a:solidFill>
                  <a:schemeClr val="tx1">
                    <a:tint val="82000"/>
                  </a:schemeClr>
                </a:solidFill>
              </a:defRPr>
            </a:lvl5pPr>
            <a:lvl6pPr marL="2384755" indent="0">
              <a:buNone/>
              <a:defRPr sz="1669">
                <a:solidFill>
                  <a:schemeClr val="tx1">
                    <a:tint val="82000"/>
                  </a:schemeClr>
                </a:solidFill>
              </a:defRPr>
            </a:lvl6pPr>
            <a:lvl7pPr marL="2861706" indent="0">
              <a:buNone/>
              <a:defRPr sz="1669">
                <a:solidFill>
                  <a:schemeClr val="tx1">
                    <a:tint val="82000"/>
                  </a:schemeClr>
                </a:solidFill>
              </a:defRPr>
            </a:lvl7pPr>
            <a:lvl8pPr marL="3338657" indent="0">
              <a:buNone/>
              <a:defRPr sz="1669">
                <a:solidFill>
                  <a:schemeClr val="tx1">
                    <a:tint val="82000"/>
                  </a:schemeClr>
                </a:solidFill>
              </a:defRPr>
            </a:lvl8pPr>
            <a:lvl9pPr marL="3815608" indent="0">
              <a:buNone/>
              <a:defRPr sz="166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8BDC-CA1F-624E-AE4C-DC4ED6BCAE17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5B74-3754-F74D-AEB7-0E07906FF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211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826" y="3737460"/>
            <a:ext cx="4054197" cy="89081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9265" y="3737460"/>
            <a:ext cx="4054197" cy="89081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8BDC-CA1F-624E-AE4C-DC4ED6BCAE17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5B74-3754-F74D-AEB7-0E07906FF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109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068" y="747495"/>
            <a:ext cx="8227636" cy="271372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7070" y="3441714"/>
            <a:ext cx="4035565" cy="1686731"/>
          </a:xfrm>
        </p:spPr>
        <p:txBody>
          <a:bodyPr anchor="b"/>
          <a:lstStyle>
            <a:lvl1pPr marL="0" indent="0">
              <a:buNone/>
              <a:defRPr sz="2504" b="1"/>
            </a:lvl1pPr>
            <a:lvl2pPr marL="476951" indent="0">
              <a:buNone/>
              <a:defRPr sz="2086" b="1"/>
            </a:lvl2pPr>
            <a:lvl3pPr marL="953902" indent="0">
              <a:buNone/>
              <a:defRPr sz="1878" b="1"/>
            </a:lvl3pPr>
            <a:lvl4pPr marL="1430853" indent="0">
              <a:buNone/>
              <a:defRPr sz="1669" b="1"/>
            </a:lvl4pPr>
            <a:lvl5pPr marL="1907804" indent="0">
              <a:buNone/>
              <a:defRPr sz="1669" b="1"/>
            </a:lvl5pPr>
            <a:lvl6pPr marL="2384755" indent="0">
              <a:buNone/>
              <a:defRPr sz="1669" b="1"/>
            </a:lvl6pPr>
            <a:lvl7pPr marL="2861706" indent="0">
              <a:buNone/>
              <a:defRPr sz="1669" b="1"/>
            </a:lvl7pPr>
            <a:lvl8pPr marL="3338657" indent="0">
              <a:buNone/>
              <a:defRPr sz="1669" b="1"/>
            </a:lvl8pPr>
            <a:lvl9pPr marL="3815608" indent="0">
              <a:buNone/>
              <a:defRPr sz="1669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070" y="5128445"/>
            <a:ext cx="4035565" cy="754317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9265" y="3441714"/>
            <a:ext cx="4055440" cy="1686731"/>
          </a:xfrm>
        </p:spPr>
        <p:txBody>
          <a:bodyPr anchor="b"/>
          <a:lstStyle>
            <a:lvl1pPr marL="0" indent="0">
              <a:buNone/>
              <a:defRPr sz="2504" b="1"/>
            </a:lvl1pPr>
            <a:lvl2pPr marL="476951" indent="0">
              <a:buNone/>
              <a:defRPr sz="2086" b="1"/>
            </a:lvl2pPr>
            <a:lvl3pPr marL="953902" indent="0">
              <a:buNone/>
              <a:defRPr sz="1878" b="1"/>
            </a:lvl3pPr>
            <a:lvl4pPr marL="1430853" indent="0">
              <a:buNone/>
              <a:defRPr sz="1669" b="1"/>
            </a:lvl4pPr>
            <a:lvl5pPr marL="1907804" indent="0">
              <a:buNone/>
              <a:defRPr sz="1669" b="1"/>
            </a:lvl5pPr>
            <a:lvl6pPr marL="2384755" indent="0">
              <a:buNone/>
              <a:defRPr sz="1669" b="1"/>
            </a:lvl6pPr>
            <a:lvl7pPr marL="2861706" indent="0">
              <a:buNone/>
              <a:defRPr sz="1669" b="1"/>
            </a:lvl7pPr>
            <a:lvl8pPr marL="3338657" indent="0">
              <a:buNone/>
              <a:defRPr sz="1669" b="1"/>
            </a:lvl8pPr>
            <a:lvl9pPr marL="3815608" indent="0">
              <a:buNone/>
              <a:defRPr sz="1669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9265" y="5128445"/>
            <a:ext cx="4055440" cy="754317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8BDC-CA1F-624E-AE4C-DC4ED6BCAE17}" type="datetimeFigureOut">
              <a:rPr lang="en-US" smtClean="0"/>
              <a:t>5/16/26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5B74-3754-F74D-AEB7-0E07906FF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25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8BDC-CA1F-624E-AE4C-DC4ED6BCAE17}" type="datetimeFigureOut">
              <a:rPr lang="en-US" smtClean="0"/>
              <a:t>5/16/26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5B74-3754-F74D-AEB7-0E07906FF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74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8BDC-CA1F-624E-AE4C-DC4ED6BCAE17}" type="datetimeFigureOut">
              <a:rPr lang="en-US" smtClean="0"/>
              <a:t>5/16/26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5B74-3754-F74D-AEB7-0E07906FF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519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068" y="935990"/>
            <a:ext cx="3076669" cy="3275965"/>
          </a:xfrm>
        </p:spPr>
        <p:txBody>
          <a:bodyPr anchor="b"/>
          <a:lstStyle>
            <a:lvl1pPr>
              <a:defRPr sz="333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5440" y="2021482"/>
            <a:ext cx="4829265" cy="9977393"/>
          </a:xfrm>
        </p:spPr>
        <p:txBody>
          <a:bodyPr/>
          <a:lstStyle>
            <a:lvl1pPr>
              <a:defRPr sz="3338"/>
            </a:lvl1pPr>
            <a:lvl2pPr>
              <a:defRPr sz="2921"/>
            </a:lvl2pPr>
            <a:lvl3pPr>
              <a:defRPr sz="2504"/>
            </a:lvl3pPr>
            <a:lvl4pPr>
              <a:defRPr sz="2086"/>
            </a:lvl4pPr>
            <a:lvl5pPr>
              <a:defRPr sz="2086"/>
            </a:lvl5pPr>
            <a:lvl6pPr>
              <a:defRPr sz="2086"/>
            </a:lvl6pPr>
            <a:lvl7pPr>
              <a:defRPr sz="2086"/>
            </a:lvl7pPr>
            <a:lvl8pPr>
              <a:defRPr sz="2086"/>
            </a:lvl8pPr>
            <a:lvl9pPr>
              <a:defRPr sz="2086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7068" y="4211955"/>
            <a:ext cx="3076669" cy="7803168"/>
          </a:xfrm>
        </p:spPr>
        <p:txBody>
          <a:bodyPr/>
          <a:lstStyle>
            <a:lvl1pPr marL="0" indent="0">
              <a:buNone/>
              <a:defRPr sz="1669"/>
            </a:lvl1pPr>
            <a:lvl2pPr marL="476951" indent="0">
              <a:buNone/>
              <a:defRPr sz="1460"/>
            </a:lvl2pPr>
            <a:lvl3pPr marL="953902" indent="0">
              <a:buNone/>
              <a:defRPr sz="1252"/>
            </a:lvl3pPr>
            <a:lvl4pPr marL="1430853" indent="0">
              <a:buNone/>
              <a:defRPr sz="1043"/>
            </a:lvl4pPr>
            <a:lvl5pPr marL="1907804" indent="0">
              <a:buNone/>
              <a:defRPr sz="1043"/>
            </a:lvl5pPr>
            <a:lvl6pPr marL="2384755" indent="0">
              <a:buNone/>
              <a:defRPr sz="1043"/>
            </a:lvl6pPr>
            <a:lvl7pPr marL="2861706" indent="0">
              <a:buNone/>
              <a:defRPr sz="1043"/>
            </a:lvl7pPr>
            <a:lvl8pPr marL="3338657" indent="0">
              <a:buNone/>
              <a:defRPr sz="1043"/>
            </a:lvl8pPr>
            <a:lvl9pPr marL="3815608" indent="0">
              <a:buNone/>
              <a:defRPr sz="104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8BDC-CA1F-624E-AE4C-DC4ED6BCAE17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5B74-3754-F74D-AEB7-0E07906FF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37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068" y="935990"/>
            <a:ext cx="3076669" cy="3275965"/>
          </a:xfrm>
        </p:spPr>
        <p:txBody>
          <a:bodyPr anchor="b"/>
          <a:lstStyle>
            <a:lvl1pPr>
              <a:defRPr sz="333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55440" y="2021482"/>
            <a:ext cx="4829265" cy="9977393"/>
          </a:xfrm>
        </p:spPr>
        <p:txBody>
          <a:bodyPr anchor="t"/>
          <a:lstStyle>
            <a:lvl1pPr marL="0" indent="0">
              <a:buNone/>
              <a:defRPr sz="3338"/>
            </a:lvl1pPr>
            <a:lvl2pPr marL="476951" indent="0">
              <a:buNone/>
              <a:defRPr sz="2921"/>
            </a:lvl2pPr>
            <a:lvl3pPr marL="953902" indent="0">
              <a:buNone/>
              <a:defRPr sz="2504"/>
            </a:lvl3pPr>
            <a:lvl4pPr marL="1430853" indent="0">
              <a:buNone/>
              <a:defRPr sz="2086"/>
            </a:lvl4pPr>
            <a:lvl5pPr marL="1907804" indent="0">
              <a:buNone/>
              <a:defRPr sz="2086"/>
            </a:lvl5pPr>
            <a:lvl6pPr marL="2384755" indent="0">
              <a:buNone/>
              <a:defRPr sz="2086"/>
            </a:lvl6pPr>
            <a:lvl7pPr marL="2861706" indent="0">
              <a:buNone/>
              <a:defRPr sz="2086"/>
            </a:lvl7pPr>
            <a:lvl8pPr marL="3338657" indent="0">
              <a:buNone/>
              <a:defRPr sz="2086"/>
            </a:lvl8pPr>
            <a:lvl9pPr marL="3815608" indent="0">
              <a:buNone/>
              <a:defRPr sz="2086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7068" y="4211955"/>
            <a:ext cx="3076669" cy="7803168"/>
          </a:xfrm>
        </p:spPr>
        <p:txBody>
          <a:bodyPr/>
          <a:lstStyle>
            <a:lvl1pPr marL="0" indent="0">
              <a:buNone/>
              <a:defRPr sz="1669"/>
            </a:lvl1pPr>
            <a:lvl2pPr marL="476951" indent="0">
              <a:buNone/>
              <a:defRPr sz="1460"/>
            </a:lvl2pPr>
            <a:lvl3pPr marL="953902" indent="0">
              <a:buNone/>
              <a:defRPr sz="1252"/>
            </a:lvl3pPr>
            <a:lvl4pPr marL="1430853" indent="0">
              <a:buNone/>
              <a:defRPr sz="1043"/>
            </a:lvl4pPr>
            <a:lvl5pPr marL="1907804" indent="0">
              <a:buNone/>
              <a:defRPr sz="1043"/>
            </a:lvl5pPr>
            <a:lvl6pPr marL="2384755" indent="0">
              <a:buNone/>
              <a:defRPr sz="1043"/>
            </a:lvl6pPr>
            <a:lvl7pPr marL="2861706" indent="0">
              <a:buNone/>
              <a:defRPr sz="1043"/>
            </a:lvl7pPr>
            <a:lvl8pPr marL="3338657" indent="0">
              <a:buNone/>
              <a:defRPr sz="1043"/>
            </a:lvl8pPr>
            <a:lvl9pPr marL="3815608" indent="0">
              <a:buNone/>
              <a:defRPr sz="104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8BDC-CA1F-624E-AE4C-DC4ED6BCAE17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5B74-3754-F74D-AEB7-0E07906FF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325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8BDC-CA1F-624E-AE4C-DC4ED6BCAE17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5B74-3754-F74D-AEB7-0E07906FF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770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553" y="747492"/>
            <a:ext cx="2056909" cy="1189812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826" y="747492"/>
            <a:ext cx="6051486" cy="118981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8BDC-CA1F-624E-AE4C-DC4ED6BCAE17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5B74-3754-F74D-AEB7-0E07906FF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139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5826" y="747495"/>
            <a:ext cx="8227636" cy="2713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826" y="3737460"/>
            <a:ext cx="8227636" cy="8908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826" y="13012864"/>
            <a:ext cx="2146340" cy="747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758BDC-CA1F-624E-AE4C-DC4ED6BCAE17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59889" y="13012864"/>
            <a:ext cx="3219510" cy="747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37122" y="13012864"/>
            <a:ext cx="2146340" cy="747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E15B74-3754-F74D-AEB7-0E07906FF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187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53902" rtl="0" eaLnBrk="1" latinLnBrk="0" hangingPunct="1">
        <a:lnSpc>
          <a:spcPct val="90000"/>
        </a:lnSpc>
        <a:spcBef>
          <a:spcPct val="0"/>
        </a:spcBef>
        <a:buNone/>
        <a:defRPr sz="4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8476" indent="-238476" algn="l" defTabSz="953902" rtl="0" eaLnBrk="1" latinLnBrk="0" hangingPunct="1">
        <a:lnSpc>
          <a:spcPct val="90000"/>
        </a:lnSpc>
        <a:spcBef>
          <a:spcPts val="1043"/>
        </a:spcBef>
        <a:buFont typeface="Arial" panose="020B0604020202020204" pitchFamily="34" charset="0"/>
        <a:buChar char="•"/>
        <a:defRPr sz="2921" kern="1200">
          <a:solidFill>
            <a:schemeClr val="tx1"/>
          </a:solidFill>
          <a:latin typeface="+mn-lt"/>
          <a:ea typeface="+mn-ea"/>
          <a:cs typeface="+mn-cs"/>
        </a:defRPr>
      </a:lvl1pPr>
      <a:lvl2pPr marL="715427" indent="-238476" algn="l" defTabSz="953902" rtl="0" eaLnBrk="1" latinLnBrk="0" hangingPunct="1">
        <a:lnSpc>
          <a:spcPct val="90000"/>
        </a:lnSpc>
        <a:spcBef>
          <a:spcPts val="522"/>
        </a:spcBef>
        <a:buFont typeface="Arial" panose="020B0604020202020204" pitchFamily="34" charset="0"/>
        <a:buChar char="•"/>
        <a:defRPr sz="2504" kern="1200">
          <a:solidFill>
            <a:schemeClr val="tx1"/>
          </a:solidFill>
          <a:latin typeface="+mn-lt"/>
          <a:ea typeface="+mn-ea"/>
          <a:cs typeface="+mn-cs"/>
        </a:defRPr>
      </a:lvl2pPr>
      <a:lvl3pPr marL="1192378" indent="-238476" algn="l" defTabSz="953902" rtl="0" eaLnBrk="1" latinLnBrk="0" hangingPunct="1">
        <a:lnSpc>
          <a:spcPct val="90000"/>
        </a:lnSpc>
        <a:spcBef>
          <a:spcPts val="522"/>
        </a:spcBef>
        <a:buFont typeface="Arial" panose="020B0604020202020204" pitchFamily="34" charset="0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3pPr>
      <a:lvl4pPr marL="1669329" indent="-238476" algn="l" defTabSz="953902" rtl="0" eaLnBrk="1" latinLnBrk="0" hangingPunct="1">
        <a:lnSpc>
          <a:spcPct val="90000"/>
        </a:lnSpc>
        <a:spcBef>
          <a:spcPts val="522"/>
        </a:spcBef>
        <a:buFont typeface="Arial" panose="020B0604020202020204" pitchFamily="34" charset="0"/>
        <a:buChar char="•"/>
        <a:defRPr sz="1878" kern="1200">
          <a:solidFill>
            <a:schemeClr val="tx1"/>
          </a:solidFill>
          <a:latin typeface="+mn-lt"/>
          <a:ea typeface="+mn-ea"/>
          <a:cs typeface="+mn-cs"/>
        </a:defRPr>
      </a:lvl4pPr>
      <a:lvl5pPr marL="2146280" indent="-238476" algn="l" defTabSz="953902" rtl="0" eaLnBrk="1" latinLnBrk="0" hangingPunct="1">
        <a:lnSpc>
          <a:spcPct val="90000"/>
        </a:lnSpc>
        <a:spcBef>
          <a:spcPts val="522"/>
        </a:spcBef>
        <a:buFont typeface="Arial" panose="020B0604020202020204" pitchFamily="34" charset="0"/>
        <a:buChar char="•"/>
        <a:defRPr sz="1878" kern="1200">
          <a:solidFill>
            <a:schemeClr val="tx1"/>
          </a:solidFill>
          <a:latin typeface="+mn-lt"/>
          <a:ea typeface="+mn-ea"/>
          <a:cs typeface="+mn-cs"/>
        </a:defRPr>
      </a:lvl5pPr>
      <a:lvl6pPr marL="2623231" indent="-238476" algn="l" defTabSz="953902" rtl="0" eaLnBrk="1" latinLnBrk="0" hangingPunct="1">
        <a:lnSpc>
          <a:spcPct val="90000"/>
        </a:lnSpc>
        <a:spcBef>
          <a:spcPts val="522"/>
        </a:spcBef>
        <a:buFont typeface="Arial" panose="020B0604020202020204" pitchFamily="34" charset="0"/>
        <a:buChar char="•"/>
        <a:defRPr sz="1878" kern="1200">
          <a:solidFill>
            <a:schemeClr val="tx1"/>
          </a:solidFill>
          <a:latin typeface="+mn-lt"/>
          <a:ea typeface="+mn-ea"/>
          <a:cs typeface="+mn-cs"/>
        </a:defRPr>
      </a:lvl6pPr>
      <a:lvl7pPr marL="3100182" indent="-238476" algn="l" defTabSz="953902" rtl="0" eaLnBrk="1" latinLnBrk="0" hangingPunct="1">
        <a:lnSpc>
          <a:spcPct val="90000"/>
        </a:lnSpc>
        <a:spcBef>
          <a:spcPts val="522"/>
        </a:spcBef>
        <a:buFont typeface="Arial" panose="020B0604020202020204" pitchFamily="34" charset="0"/>
        <a:buChar char="•"/>
        <a:defRPr sz="1878" kern="1200">
          <a:solidFill>
            <a:schemeClr val="tx1"/>
          </a:solidFill>
          <a:latin typeface="+mn-lt"/>
          <a:ea typeface="+mn-ea"/>
          <a:cs typeface="+mn-cs"/>
        </a:defRPr>
      </a:lvl7pPr>
      <a:lvl8pPr marL="3577133" indent="-238476" algn="l" defTabSz="953902" rtl="0" eaLnBrk="1" latinLnBrk="0" hangingPunct="1">
        <a:lnSpc>
          <a:spcPct val="90000"/>
        </a:lnSpc>
        <a:spcBef>
          <a:spcPts val="522"/>
        </a:spcBef>
        <a:buFont typeface="Arial" panose="020B0604020202020204" pitchFamily="34" charset="0"/>
        <a:buChar char="•"/>
        <a:defRPr sz="1878" kern="1200">
          <a:solidFill>
            <a:schemeClr val="tx1"/>
          </a:solidFill>
          <a:latin typeface="+mn-lt"/>
          <a:ea typeface="+mn-ea"/>
          <a:cs typeface="+mn-cs"/>
        </a:defRPr>
      </a:lvl8pPr>
      <a:lvl9pPr marL="4054084" indent="-238476" algn="l" defTabSz="953902" rtl="0" eaLnBrk="1" latinLnBrk="0" hangingPunct="1">
        <a:lnSpc>
          <a:spcPct val="90000"/>
        </a:lnSpc>
        <a:spcBef>
          <a:spcPts val="522"/>
        </a:spcBef>
        <a:buFont typeface="Arial" panose="020B0604020202020204" pitchFamily="34" charset="0"/>
        <a:buChar char="•"/>
        <a:defRPr sz="18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3902" rtl="0" eaLnBrk="1" latinLnBrk="0" hangingPunct="1">
        <a:defRPr sz="1878" kern="1200">
          <a:solidFill>
            <a:schemeClr val="tx1"/>
          </a:solidFill>
          <a:latin typeface="+mn-lt"/>
          <a:ea typeface="+mn-ea"/>
          <a:cs typeface="+mn-cs"/>
        </a:defRPr>
      </a:lvl1pPr>
      <a:lvl2pPr marL="476951" algn="l" defTabSz="953902" rtl="0" eaLnBrk="1" latinLnBrk="0" hangingPunct="1">
        <a:defRPr sz="1878" kern="1200">
          <a:solidFill>
            <a:schemeClr val="tx1"/>
          </a:solidFill>
          <a:latin typeface="+mn-lt"/>
          <a:ea typeface="+mn-ea"/>
          <a:cs typeface="+mn-cs"/>
        </a:defRPr>
      </a:lvl2pPr>
      <a:lvl3pPr marL="953902" algn="l" defTabSz="953902" rtl="0" eaLnBrk="1" latinLnBrk="0" hangingPunct="1">
        <a:defRPr sz="1878" kern="1200">
          <a:solidFill>
            <a:schemeClr val="tx1"/>
          </a:solidFill>
          <a:latin typeface="+mn-lt"/>
          <a:ea typeface="+mn-ea"/>
          <a:cs typeface="+mn-cs"/>
        </a:defRPr>
      </a:lvl3pPr>
      <a:lvl4pPr marL="1430853" algn="l" defTabSz="953902" rtl="0" eaLnBrk="1" latinLnBrk="0" hangingPunct="1">
        <a:defRPr sz="1878" kern="1200">
          <a:solidFill>
            <a:schemeClr val="tx1"/>
          </a:solidFill>
          <a:latin typeface="+mn-lt"/>
          <a:ea typeface="+mn-ea"/>
          <a:cs typeface="+mn-cs"/>
        </a:defRPr>
      </a:lvl4pPr>
      <a:lvl5pPr marL="1907804" algn="l" defTabSz="953902" rtl="0" eaLnBrk="1" latinLnBrk="0" hangingPunct="1">
        <a:defRPr sz="1878" kern="1200">
          <a:solidFill>
            <a:schemeClr val="tx1"/>
          </a:solidFill>
          <a:latin typeface="+mn-lt"/>
          <a:ea typeface="+mn-ea"/>
          <a:cs typeface="+mn-cs"/>
        </a:defRPr>
      </a:lvl5pPr>
      <a:lvl6pPr marL="2384755" algn="l" defTabSz="953902" rtl="0" eaLnBrk="1" latinLnBrk="0" hangingPunct="1">
        <a:defRPr sz="1878" kern="1200">
          <a:solidFill>
            <a:schemeClr val="tx1"/>
          </a:solidFill>
          <a:latin typeface="+mn-lt"/>
          <a:ea typeface="+mn-ea"/>
          <a:cs typeface="+mn-cs"/>
        </a:defRPr>
      </a:lvl6pPr>
      <a:lvl7pPr marL="2861706" algn="l" defTabSz="953902" rtl="0" eaLnBrk="1" latinLnBrk="0" hangingPunct="1">
        <a:defRPr sz="1878" kern="1200">
          <a:solidFill>
            <a:schemeClr val="tx1"/>
          </a:solidFill>
          <a:latin typeface="+mn-lt"/>
          <a:ea typeface="+mn-ea"/>
          <a:cs typeface="+mn-cs"/>
        </a:defRPr>
      </a:lvl7pPr>
      <a:lvl8pPr marL="3338657" algn="l" defTabSz="953902" rtl="0" eaLnBrk="1" latinLnBrk="0" hangingPunct="1">
        <a:defRPr sz="1878" kern="1200">
          <a:solidFill>
            <a:schemeClr val="tx1"/>
          </a:solidFill>
          <a:latin typeface="+mn-lt"/>
          <a:ea typeface="+mn-ea"/>
          <a:cs typeface="+mn-cs"/>
        </a:defRPr>
      </a:lvl8pPr>
      <a:lvl9pPr marL="3815608" algn="l" defTabSz="953902" rtl="0" eaLnBrk="1" latinLnBrk="0" hangingPunct="1">
        <a:defRPr sz="18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2C29628-56C3-4E4C-ACEF-9F7879E181EA}"/>
              </a:ext>
            </a:extLst>
          </p:cNvPr>
          <p:cNvSpPr/>
          <p:nvPr/>
        </p:nvSpPr>
        <p:spPr>
          <a:xfrm>
            <a:off x="344082" y="76200"/>
            <a:ext cx="1725652" cy="94129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Run 15-minute job on L4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141661B-2870-4AA5-642F-21282603B0D1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1206908" y="1017494"/>
            <a:ext cx="0" cy="437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1EFA82B-B537-432F-5C6A-6667B400ECD1}"/>
              </a:ext>
            </a:extLst>
          </p:cNvPr>
          <p:cNvSpPr txBox="1"/>
          <p:nvPr/>
        </p:nvSpPr>
        <p:spPr>
          <a:xfrm>
            <a:off x="209438" y="2166903"/>
            <a:ext cx="3595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Else if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 Job shows 0% GPU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utilisation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839231-D3C6-C35F-8512-A5A32C6494C5}"/>
              </a:ext>
            </a:extLst>
          </p:cNvPr>
          <p:cNvSpPr txBox="1"/>
          <p:nvPr/>
        </p:nvSpPr>
        <p:spPr>
          <a:xfrm>
            <a:off x="4364434" y="2041379"/>
            <a:ext cx="49662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Check you program can run on GPUs and/or check for issues with your program regarding GPU use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3DF9177-2256-5AFA-AE6E-29CE40555ED1}"/>
              </a:ext>
            </a:extLst>
          </p:cNvPr>
          <p:cNvCxnSpPr>
            <a:cxnSpLocks/>
          </p:cNvCxnSpPr>
          <p:nvPr/>
        </p:nvCxnSpPr>
        <p:spPr>
          <a:xfrm>
            <a:off x="1206908" y="1780611"/>
            <a:ext cx="0" cy="386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5BD55D5-5825-F52C-935E-D548E8562EA5}"/>
              </a:ext>
            </a:extLst>
          </p:cNvPr>
          <p:cNvSpPr txBox="1"/>
          <p:nvPr/>
        </p:nvSpPr>
        <p:spPr>
          <a:xfrm>
            <a:off x="209439" y="1428633"/>
            <a:ext cx="3230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 Job needs more GPU memory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A1002A3-6B7E-76AA-4386-58AB9C55FB53}"/>
              </a:ext>
            </a:extLst>
          </p:cNvPr>
          <p:cNvCxnSpPr>
            <a:cxnSpLocks/>
          </p:cNvCxnSpPr>
          <p:nvPr/>
        </p:nvCxnSpPr>
        <p:spPr>
          <a:xfrm>
            <a:off x="3772852" y="2359992"/>
            <a:ext cx="4870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8EE1BC6-5BA5-B898-EFA1-048C74F60098}"/>
              </a:ext>
            </a:extLst>
          </p:cNvPr>
          <p:cNvCxnSpPr>
            <a:cxnSpLocks/>
          </p:cNvCxnSpPr>
          <p:nvPr/>
        </p:nvCxnSpPr>
        <p:spPr>
          <a:xfrm>
            <a:off x="1206908" y="2536238"/>
            <a:ext cx="0" cy="322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B140A13-E020-E41A-F209-9A52CFFC0FF2}"/>
              </a:ext>
            </a:extLst>
          </p:cNvPr>
          <p:cNvSpPr txBox="1"/>
          <p:nvPr/>
        </p:nvSpPr>
        <p:spPr>
          <a:xfrm>
            <a:off x="187646" y="3854293"/>
            <a:ext cx="7816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Else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 Record your GPU utilization and GPU Memory usage, as well as how many “steps” your algorithm took (if possible, this is to measure job efficiently) 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21A8239-E5B1-A500-783E-4D3A5A51421E}"/>
              </a:ext>
            </a:extLst>
          </p:cNvPr>
          <p:cNvCxnSpPr>
            <a:cxnSpLocks/>
          </p:cNvCxnSpPr>
          <p:nvPr/>
        </p:nvCxnSpPr>
        <p:spPr>
          <a:xfrm>
            <a:off x="1171155" y="4511732"/>
            <a:ext cx="0" cy="343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93AA3E6-233E-C3BD-58DE-05A3CB58ED29}"/>
              </a:ext>
            </a:extLst>
          </p:cNvPr>
          <p:cNvSpPr txBox="1"/>
          <p:nvPr/>
        </p:nvSpPr>
        <p:spPr>
          <a:xfrm>
            <a:off x="194324" y="2858840"/>
            <a:ext cx="3245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Else if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 You know the job will only take an hour or two to run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F3BF3DA-D094-F623-E4B8-1104A33F397A}"/>
              </a:ext>
            </a:extLst>
          </p:cNvPr>
          <p:cNvCxnSpPr>
            <a:cxnSpLocks/>
          </p:cNvCxnSpPr>
          <p:nvPr/>
        </p:nvCxnSpPr>
        <p:spPr>
          <a:xfrm>
            <a:off x="1157761" y="3461475"/>
            <a:ext cx="13394" cy="421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696BCBF-3D67-D1B0-3D77-7E5567820902}"/>
              </a:ext>
            </a:extLst>
          </p:cNvPr>
          <p:cNvCxnSpPr>
            <a:cxnSpLocks/>
          </p:cNvCxnSpPr>
          <p:nvPr/>
        </p:nvCxnSpPr>
        <p:spPr>
          <a:xfrm>
            <a:off x="3307556" y="3182003"/>
            <a:ext cx="9441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7C485D6-529E-CED5-5EC4-A4948B480A5F}"/>
              </a:ext>
            </a:extLst>
          </p:cNvPr>
          <p:cNvSpPr txBox="1"/>
          <p:nvPr/>
        </p:nvSpPr>
        <p:spPr>
          <a:xfrm>
            <a:off x="4364431" y="2997338"/>
            <a:ext cx="3529192" cy="374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L4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is the one to use, least wait time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0AECB1-2EBE-33E8-3735-19BB8C6140EE}"/>
              </a:ext>
            </a:extLst>
          </p:cNvPr>
          <p:cNvSpPr txBox="1"/>
          <p:nvPr/>
        </p:nvSpPr>
        <p:spPr>
          <a:xfrm>
            <a:off x="697379" y="347956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DB65203-6692-B324-3119-F1A211A99B67}"/>
              </a:ext>
            </a:extLst>
          </p:cNvPr>
          <p:cNvSpPr txBox="1"/>
          <p:nvPr/>
        </p:nvSpPr>
        <p:spPr>
          <a:xfrm>
            <a:off x="3557318" y="2854260"/>
            <a:ext cx="493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Yes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E592F18-528B-9B8A-D710-5C429DE40CF8}"/>
              </a:ext>
            </a:extLst>
          </p:cNvPr>
          <p:cNvSpPr/>
          <p:nvPr/>
        </p:nvSpPr>
        <p:spPr>
          <a:xfrm>
            <a:off x="149580" y="4979577"/>
            <a:ext cx="2043150" cy="94129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Run 15-minute job on A100 (40GB) 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1D3C47B-CEE9-E309-982C-CD0D87C17F86}"/>
              </a:ext>
            </a:extLst>
          </p:cNvPr>
          <p:cNvCxnSpPr>
            <a:cxnSpLocks/>
            <a:stCxn id="45" idx="2"/>
          </p:cNvCxnSpPr>
          <p:nvPr/>
        </p:nvCxnSpPr>
        <p:spPr>
          <a:xfrm>
            <a:off x="1171155" y="5920875"/>
            <a:ext cx="0" cy="4111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CE44937-6A9C-0000-C040-B4F18DD21289}"/>
              </a:ext>
            </a:extLst>
          </p:cNvPr>
          <p:cNvCxnSpPr>
            <a:cxnSpLocks/>
          </p:cNvCxnSpPr>
          <p:nvPr/>
        </p:nvCxnSpPr>
        <p:spPr>
          <a:xfrm>
            <a:off x="3413861" y="6522590"/>
            <a:ext cx="4870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03277D5-55C3-B5C8-4A62-9D3F1E7718C6}"/>
              </a:ext>
            </a:extLst>
          </p:cNvPr>
          <p:cNvCxnSpPr>
            <a:cxnSpLocks/>
          </p:cNvCxnSpPr>
          <p:nvPr/>
        </p:nvCxnSpPr>
        <p:spPr>
          <a:xfrm>
            <a:off x="1181218" y="6683985"/>
            <a:ext cx="0" cy="618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DFE3CCF-1A73-8C55-CF3B-80E040E9BA41}"/>
              </a:ext>
            </a:extLst>
          </p:cNvPr>
          <p:cNvSpPr txBox="1"/>
          <p:nvPr/>
        </p:nvSpPr>
        <p:spPr>
          <a:xfrm>
            <a:off x="183749" y="6332010"/>
            <a:ext cx="3230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 Job needs more GPU memory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3B3C52F-EC05-276B-2AD6-6CB008218277}"/>
              </a:ext>
            </a:extLst>
          </p:cNvPr>
          <p:cNvSpPr txBox="1"/>
          <p:nvPr/>
        </p:nvSpPr>
        <p:spPr>
          <a:xfrm>
            <a:off x="161956" y="8726674"/>
            <a:ext cx="7816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Else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 Record your GPU utilization and GPU Memory usage, as well as how many “steps” your algorithm took (if possible, this is to measure job efficiently) 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53C1A0D-7BD0-6AC9-0016-C9ACEEBC660B}"/>
              </a:ext>
            </a:extLst>
          </p:cNvPr>
          <p:cNvCxnSpPr>
            <a:cxnSpLocks/>
          </p:cNvCxnSpPr>
          <p:nvPr/>
        </p:nvCxnSpPr>
        <p:spPr>
          <a:xfrm>
            <a:off x="1145465" y="9353120"/>
            <a:ext cx="0" cy="242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8277803-C0A4-0469-E092-AFB739793E94}"/>
              </a:ext>
            </a:extLst>
          </p:cNvPr>
          <p:cNvCxnSpPr>
            <a:cxnSpLocks/>
          </p:cNvCxnSpPr>
          <p:nvPr/>
        </p:nvCxnSpPr>
        <p:spPr>
          <a:xfrm>
            <a:off x="1145465" y="7951447"/>
            <a:ext cx="0" cy="834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E43E8632-DD48-22F3-2F4D-42117D95B3E7}"/>
              </a:ext>
            </a:extLst>
          </p:cNvPr>
          <p:cNvSpPr/>
          <p:nvPr/>
        </p:nvSpPr>
        <p:spPr>
          <a:xfrm>
            <a:off x="4075379" y="6227742"/>
            <a:ext cx="3818247" cy="5778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Repeat 15-minute job on A100 (80GB)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272957B-8CFD-07E8-AC0C-B6C2E3E1E5C7}"/>
              </a:ext>
            </a:extLst>
          </p:cNvPr>
          <p:cNvCxnSpPr>
            <a:cxnSpLocks/>
          </p:cNvCxnSpPr>
          <p:nvPr/>
        </p:nvCxnSpPr>
        <p:spPr>
          <a:xfrm flipH="1">
            <a:off x="2263070" y="5595282"/>
            <a:ext cx="37007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5792BAB-73A7-C70A-67C0-E31B00B9DC82}"/>
              </a:ext>
            </a:extLst>
          </p:cNvPr>
          <p:cNvCxnSpPr>
            <a:cxnSpLocks/>
          </p:cNvCxnSpPr>
          <p:nvPr/>
        </p:nvCxnSpPr>
        <p:spPr>
          <a:xfrm flipV="1">
            <a:off x="5963772" y="5595282"/>
            <a:ext cx="0" cy="632456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6CF371FC-31CF-8211-41A5-1CADF4DAA1D3}"/>
              </a:ext>
            </a:extLst>
          </p:cNvPr>
          <p:cNvSpPr txBox="1"/>
          <p:nvPr/>
        </p:nvSpPr>
        <p:spPr>
          <a:xfrm>
            <a:off x="149583" y="7305115"/>
            <a:ext cx="4110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Else if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 Your job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utilises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the GPU better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or your algorithm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runs faster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than on an L4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5C200CD-DB86-4D77-99CB-E581BC4A0BFE}"/>
              </a:ext>
            </a:extLst>
          </p:cNvPr>
          <p:cNvCxnSpPr>
            <a:cxnSpLocks/>
          </p:cNvCxnSpPr>
          <p:nvPr/>
        </p:nvCxnSpPr>
        <p:spPr>
          <a:xfrm>
            <a:off x="4214856" y="7624932"/>
            <a:ext cx="7902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4BB01050-A877-7467-EA42-AE8312E46B10}"/>
              </a:ext>
            </a:extLst>
          </p:cNvPr>
          <p:cNvSpPr txBox="1"/>
          <p:nvPr/>
        </p:nvSpPr>
        <p:spPr>
          <a:xfrm>
            <a:off x="5118278" y="7440267"/>
            <a:ext cx="2072655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L4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is the one to use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E105A0-4683-4DB8-A183-1D4B1593E453}"/>
              </a:ext>
            </a:extLst>
          </p:cNvPr>
          <p:cNvSpPr txBox="1"/>
          <p:nvPr/>
        </p:nvSpPr>
        <p:spPr>
          <a:xfrm>
            <a:off x="4386097" y="730254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20C287B-C1FB-39B3-7095-138C015BB01B}"/>
              </a:ext>
            </a:extLst>
          </p:cNvPr>
          <p:cNvSpPr txBox="1"/>
          <p:nvPr/>
        </p:nvSpPr>
        <p:spPr>
          <a:xfrm>
            <a:off x="652253" y="8178439"/>
            <a:ext cx="493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Yes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616460E-FC80-F161-3AC9-4390A1B8E9C4}"/>
              </a:ext>
            </a:extLst>
          </p:cNvPr>
          <p:cNvSpPr/>
          <p:nvPr/>
        </p:nvSpPr>
        <p:spPr>
          <a:xfrm>
            <a:off x="121853" y="9677269"/>
            <a:ext cx="2043150" cy="94129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Run 15-minute job on H100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3626D3F-8105-6886-A8B0-BC5552A80FEB}"/>
              </a:ext>
            </a:extLst>
          </p:cNvPr>
          <p:cNvCxnSpPr>
            <a:cxnSpLocks/>
            <a:stCxn id="62" idx="2"/>
          </p:cNvCxnSpPr>
          <p:nvPr/>
        </p:nvCxnSpPr>
        <p:spPr>
          <a:xfrm>
            <a:off x="1143428" y="10618567"/>
            <a:ext cx="0" cy="4111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C170C8A-82A8-5132-D4E7-2C2228D50D1F}"/>
              </a:ext>
            </a:extLst>
          </p:cNvPr>
          <p:cNvCxnSpPr>
            <a:cxnSpLocks/>
          </p:cNvCxnSpPr>
          <p:nvPr/>
        </p:nvCxnSpPr>
        <p:spPr>
          <a:xfrm>
            <a:off x="3386134" y="11220282"/>
            <a:ext cx="4870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B34F016-EE92-609E-A39D-B952123441D3}"/>
              </a:ext>
            </a:extLst>
          </p:cNvPr>
          <p:cNvCxnSpPr>
            <a:cxnSpLocks/>
          </p:cNvCxnSpPr>
          <p:nvPr/>
        </p:nvCxnSpPr>
        <p:spPr>
          <a:xfrm>
            <a:off x="1153491" y="11381677"/>
            <a:ext cx="0" cy="618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5826967-23E7-83A0-A51C-7939F1548818}"/>
              </a:ext>
            </a:extLst>
          </p:cNvPr>
          <p:cNvSpPr txBox="1"/>
          <p:nvPr/>
        </p:nvSpPr>
        <p:spPr>
          <a:xfrm>
            <a:off x="156022" y="11029702"/>
            <a:ext cx="3230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 Job needs more GPU memory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4100F02-C86A-415A-488B-C14F6E4DC61C}"/>
              </a:ext>
            </a:extLst>
          </p:cNvPr>
          <p:cNvCxnSpPr>
            <a:cxnSpLocks/>
          </p:cNvCxnSpPr>
          <p:nvPr/>
        </p:nvCxnSpPr>
        <p:spPr>
          <a:xfrm>
            <a:off x="1117738" y="12649139"/>
            <a:ext cx="0" cy="834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3DF3A33B-B5A9-BD1F-7E7D-FA94F28E5591}"/>
              </a:ext>
            </a:extLst>
          </p:cNvPr>
          <p:cNvSpPr/>
          <p:nvPr/>
        </p:nvSpPr>
        <p:spPr>
          <a:xfrm>
            <a:off x="4047652" y="10925434"/>
            <a:ext cx="3818247" cy="5778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Repeat 15-minute job on multiple H100 (if your program allows for it)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9C17AF2-1665-7F18-4FB5-304BF1E452FA}"/>
              </a:ext>
            </a:extLst>
          </p:cNvPr>
          <p:cNvCxnSpPr>
            <a:cxnSpLocks/>
          </p:cNvCxnSpPr>
          <p:nvPr/>
        </p:nvCxnSpPr>
        <p:spPr>
          <a:xfrm flipH="1">
            <a:off x="2235343" y="10166850"/>
            <a:ext cx="37007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469B674-62CF-928B-24F3-08EDAC555C71}"/>
              </a:ext>
            </a:extLst>
          </p:cNvPr>
          <p:cNvCxnSpPr>
            <a:cxnSpLocks/>
          </p:cNvCxnSpPr>
          <p:nvPr/>
        </p:nvCxnSpPr>
        <p:spPr>
          <a:xfrm flipV="1">
            <a:off x="5936045" y="10166850"/>
            <a:ext cx="0" cy="75858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A9AE7F1F-F899-6111-0C3E-A7657CE5041A}"/>
              </a:ext>
            </a:extLst>
          </p:cNvPr>
          <p:cNvSpPr txBox="1"/>
          <p:nvPr/>
        </p:nvSpPr>
        <p:spPr>
          <a:xfrm>
            <a:off x="121856" y="12002807"/>
            <a:ext cx="4236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Else if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 Your job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utilises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the GPU better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or your algorithm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runs faster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than on an A100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5F4764C-5FA8-6EDC-05D1-79CCF3193FEB}"/>
              </a:ext>
            </a:extLst>
          </p:cNvPr>
          <p:cNvCxnSpPr>
            <a:cxnSpLocks/>
          </p:cNvCxnSpPr>
          <p:nvPr/>
        </p:nvCxnSpPr>
        <p:spPr>
          <a:xfrm>
            <a:off x="4326611" y="12322624"/>
            <a:ext cx="7902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8BE51015-C57E-8A7A-1F86-F7977CF85E69}"/>
              </a:ext>
            </a:extLst>
          </p:cNvPr>
          <p:cNvSpPr txBox="1"/>
          <p:nvPr/>
        </p:nvSpPr>
        <p:spPr>
          <a:xfrm>
            <a:off x="4497852" y="1200023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B108F11-BAAE-E11D-5282-6DC6BA7E2F24}"/>
              </a:ext>
            </a:extLst>
          </p:cNvPr>
          <p:cNvSpPr txBox="1"/>
          <p:nvPr/>
        </p:nvSpPr>
        <p:spPr>
          <a:xfrm>
            <a:off x="5230034" y="12137958"/>
            <a:ext cx="3632029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A100 (40GB/80GB)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is the one to use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8EF14E7-E973-CD37-FBCD-70447F5A5536}"/>
              </a:ext>
            </a:extLst>
          </p:cNvPr>
          <p:cNvSpPr txBox="1"/>
          <p:nvPr/>
        </p:nvSpPr>
        <p:spPr>
          <a:xfrm>
            <a:off x="121856" y="13619176"/>
            <a:ext cx="2339421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H100 is the one to use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AE38E8D-00F1-C5C7-E786-8C1718C9E657}"/>
              </a:ext>
            </a:extLst>
          </p:cNvPr>
          <p:cNvSpPr txBox="1"/>
          <p:nvPr/>
        </p:nvSpPr>
        <p:spPr>
          <a:xfrm>
            <a:off x="624526" y="12876131"/>
            <a:ext cx="493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Yes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DF24A908-D46B-5C80-8CF9-C37653075CBF}"/>
              </a:ext>
            </a:extLst>
          </p:cNvPr>
          <p:cNvCxnSpPr>
            <a:cxnSpLocks/>
          </p:cNvCxnSpPr>
          <p:nvPr/>
        </p:nvCxnSpPr>
        <p:spPr>
          <a:xfrm flipH="1">
            <a:off x="2263070" y="5258048"/>
            <a:ext cx="71264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232527C-D7CB-B65A-17A4-90C6AF3B4A40}"/>
              </a:ext>
            </a:extLst>
          </p:cNvPr>
          <p:cNvCxnSpPr>
            <a:cxnSpLocks/>
          </p:cNvCxnSpPr>
          <p:nvPr/>
        </p:nvCxnSpPr>
        <p:spPr>
          <a:xfrm flipV="1">
            <a:off x="9389542" y="1613299"/>
            <a:ext cx="0" cy="364474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0C001F6D-704B-CFF1-B738-D8EC8D643352}"/>
              </a:ext>
            </a:extLst>
          </p:cNvPr>
          <p:cNvCxnSpPr>
            <a:cxnSpLocks/>
          </p:cNvCxnSpPr>
          <p:nvPr/>
        </p:nvCxnSpPr>
        <p:spPr>
          <a:xfrm>
            <a:off x="3443544" y="1608489"/>
            <a:ext cx="5945998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7210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/>
      <p:bldP spid="29" grpId="0"/>
      <p:bldP spid="31" grpId="0"/>
      <p:bldP spid="34" grpId="0"/>
      <p:bldP spid="37" grpId="0"/>
      <p:bldP spid="40" grpId="0" animBg="1"/>
      <p:bldP spid="42" grpId="0"/>
      <p:bldP spid="43" grpId="0"/>
      <p:bldP spid="45" grpId="0" animBg="1"/>
      <p:bldP spid="49" grpId="0"/>
      <p:bldP spid="50" grpId="0"/>
      <p:bldP spid="54" grpId="0" animBg="1"/>
      <p:bldP spid="57" grpId="0"/>
      <p:bldP spid="59" grpId="0" animBg="1"/>
      <p:bldP spid="60" grpId="0"/>
      <p:bldP spid="61" grpId="0"/>
      <p:bldP spid="62" grpId="0" animBg="1"/>
      <p:bldP spid="66" grpId="0"/>
      <p:bldP spid="68" grpId="0" animBg="1"/>
      <p:bldP spid="71" grpId="0"/>
      <p:bldP spid="73" grpId="0"/>
      <p:bldP spid="74" grpId="0" animBg="1"/>
      <p:bldP spid="75" grpId="0" animBg="1"/>
      <p:bldP spid="76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246</Words>
  <Application>Microsoft Macintosh PowerPoint</Application>
  <PresentationFormat>Custom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Geoffrey Weal</dc:creator>
  <cp:lastModifiedBy>Geoffrey Weal</cp:lastModifiedBy>
  <cp:revision>4</cp:revision>
  <dcterms:created xsi:type="dcterms:W3CDTF">2026-05-16T00:10:49Z</dcterms:created>
  <dcterms:modified xsi:type="dcterms:W3CDTF">2026-05-16T00:26:05Z</dcterms:modified>
</cp:coreProperties>
</file>